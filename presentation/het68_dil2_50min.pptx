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Přivítat nové i ty, kdo byli loni. Jedna věta: loni karta ještě nehrála, letos ukazuje směr a domluví se se sousedem. Neopakovat celý první díl.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0–4 min včetně úvodu. Říct, že demo je pevných 5 minut na konci, ne „když zbyde čas“. Nováčkům stačí tahle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Tohle je emocionální háček pro ty, kdo byli loni. Loni slide říkal, že se zvukovka v systému ještě nechová jako zvukovka. Dnes ano. Triangulaci nepřehánět: ranging ano, průsečík tří uzlů ještě ne. Indukci zmínit jednou a jít dál.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4–8 min spolu s dalším slidem. Zdůraznit: Pico 2 je zároveň mikrofon i kompas. Host je laboratoř, ne mozek lokalizace.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Nováček: první den Audacity. Směr a síť už jsou na desce. Web je cesta firmware na čip, ne obchodní model. SaaS a licence vynechat.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8–13 min pole. Nepřednášet barvy Grove kabelů. Jednou ukázat desku, jestli je v sále.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Proč na špičce: tři kolmé základny, dobře podmíněný 3D odhad. 0° ukázat rukou na modelu, ať demo sedí. Změna 512 → 384 je kvůli korelačnímu oknu, ne kvůli módě.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Nepřednášet tabulku 128 až 1024. Jedna věta o trade-offu stačí. Rám: otevřený hliník, molitan, guma. Plné stěny stíní a odrážejí.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13–19 min snímaní. Insight: wait na GPIO u SCK prohrával se synchronizátorem pinu, proto RX program hodiny zrcadlí cyklus po cyklu. Říct lidsky: bity se berou naslepo ve správný tik, ne ‚až uvidím hranu‘.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Šest není designový rozmar, je to strop sběrnice po režii. Jedna jizva 60 s: TinyUSB na RP2350 samo nestačilo, Linux jinak kartu pustil a zase zavřel. Opravy šly zpět upstream. To je věta pro přispěvatele.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19–26 min DOA. Fronta je kruh 2048×6 int16. Flash se zapisuje, jen když USB zrovna nehraje. To je kontrakt, ne detail pro sál — patří do poznámky, když se zeptají.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Lidsky, ne MUSIC. Rychlost zvuku není kouzelná 343: barometr dává teplotu a tlak, vlhkost se zadá. Bez něj 343. Dron je širokopásmový, proto drží jeden korelační vrchol. Úzký tón na velké kostce by lhal.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Čestná věta, ať vás DSP nechytí: druh ptáka nebo auta je skóre. Směr je to, co obhajujete. Těžší učení patří na počítač, který si stáhne WAV. Časované DET až po TIME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26–33 min chirp. Nesklouznout do PHY. Říct, že triangulace je důvod, proč chirp existuje, a že průsečík ještě není hotový produkt.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v1.3 byla asi 7 s DSSS, v1.4 je 279 čipů × 250 µs = 70 ms. Čip 250 µs je asi 8,6 cm při 343 m/s. Říct 9 cm. Nepředstírat ticho ani centimetrovou přesnost. Dosah venku je otevřené měření.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Tohle je testovací rozhraní. Žádné zvláštní GUI není potřeba: HELP, LINK, LINK BEACON. Když má web sériovou konzoli, jsou to tytéž příkazy. BEACON se na UART sám nevypisuje, tabulku ukáže až LINK. V demu to říct, ať lidé nečekají spam.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33–39 min. Neříct ‚AI napsala firmware‘. Říct: model bez pravidel by do rutiny vložil alokaci nebo sleep v callbacku. Sonda je rozhodčí, protože USB zvukovka a ladění se na jedné sběrnici perou — od toho je fixdebugger.sh. Pravda je sériový log, ne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GPLv3, pět desek v releasech, tag 1.5.1. Pozvat konkrétně: dokumentace pole, práh chirpu, kreslení dvou bodů z LINK, učení na WAV. Ne ‚někdo by mohl‘. ‚Tohle je volné a potřebujeme to.‘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39–43 min. Remote ID jen jako věta: na deskách s Bluetooth umíme srovnat akustický azimut s GPS dronu. Není to hlavní talk. Anti-drone systém neslibovat. Je to levný prst.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Když USB umře, stačí UART a směr. Když umře i UART, pusť video bez omluvy delší než věta. Chirp je křehčí: měj 90s záznam tiknutí. Živě neflashovat. 0° je mikrofon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48–50 min. Zastavit. Nechat odkaz na plátně. Otázky až po čase, pokud je konference tak staví. Poděkovat lidem, kteří chtějí měřit dosah chirpu.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   ·   díl 2   ·   rok poté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Jak slyšet dron dříve,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než ho uvidíte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Šest MEMS mikrofonů. RP2350 počítá směr. Nody se slyší chirpem.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50 minut   ·   z toho 5 minut živě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github.com/fedurca/het68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CO DNES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2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Čtyři zastávky, jeden prototyp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743200" cy="73152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Karta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52044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Šest kanálů, které Linux bere jako obyčejný mikrofon.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148840"/>
            <a:ext cx="2743200" cy="73152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52044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Azimut a elevace se počítají přímo na Pico 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2743200" cy="73152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Chirp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52044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Sousední uzel, společný čas a hrubá vzdálenost.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148840"/>
            <a:ext cx="2743200" cy="73152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Vy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52044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Jak se do vývoje zapojit. Cursor, sonda, sériová řádka.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LONI  →  LETOS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3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Co se za rok stalo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LONI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6916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LETOS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489204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2120" y="205740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21992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6kanálová zvukovka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221992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Linux ji bere. Žádný vlastní ovladač.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5856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CEA0"/>
                </a:solidFill>
                <a:latin typeface="JetBrains Mono"/>
                <a:ea typeface="JetBrains Mono"/>
                <a:cs typeface="JetBrains Mono"/>
              </a:rPr>
              <a:t>HOTOVO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489204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2120" y="288036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44952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Tři nody a triangulace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044952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Chirp běží. Trojúhelník je otevřená práce.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8152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B15A"/>
                </a:solidFill>
                <a:latin typeface="JetBrains Mono"/>
                <a:ea typeface="JetBrains Mono"/>
                <a:cs typeface="JetBrains Mono"/>
              </a:rPr>
              <a:t>OTEVŘENO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489204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2120" y="370332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1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Telemetrie k anotaci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867911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Remote ID a časované detekce.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904487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CEA0"/>
                </a:solidFill>
                <a:latin typeface="JetBrains Mono"/>
                <a:ea typeface="JetBrains Mono"/>
                <a:cs typeface="JetBrains Mono"/>
              </a:rPr>
              <a:t>ROZBĚHNUTO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26280"/>
            <a:ext cx="489204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32120" y="452628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90872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Detekce přímo na MCU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690872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 v reálném čase na Pico 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72744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CEA0"/>
                </a:solidFill>
                <a:latin typeface="JetBrains Mono"/>
                <a:ea typeface="JetBrains Mono"/>
                <a:cs typeface="JetBrains Mono"/>
              </a:rPr>
              <a:t>HOTOVO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49240"/>
            <a:ext cx="489204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32120" y="5349240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13831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Indukční napájení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5513831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Letos ne. Není to tahle přednáška.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5550407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TEZE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4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Jedna věta, kterou si odnést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 se počítá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na mikrokontroleru.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bez Linuxu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ve výpočtu směru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77639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2062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bez Raspberry 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8006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jako druhého počítače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977639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bez FPGA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jako akcelerátoru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JEDEN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5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Tytéž vzorky, troje dveře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3611880" cy="37947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core1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34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6576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Azimut, elevace a jistota. Senzor funguje i bez počítače.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611880" cy="37947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USB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34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Laboratoř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6576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48 kHz, 24 bitů, šest kanálů. Audacity, arecord, učení.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611880" cy="37947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3317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prohlížeč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834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Firmware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6576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UF2 na desku bez toolchainu. První den je z toho zvukovka.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6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Co leží na stole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Pico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RP2350, dvě jádra, FPU. Proto produkce na Pico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05740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3134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Šest ICS-43434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926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MEMS, digitální I2S. SEL na zemi, jen levý slot.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Jedny hodiny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WS a SCK společné pro všechny. Šest datových linek.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02336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42793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3,3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8920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Grove shield. Pět voltů mikrofon zničí.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GEOMETRIE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7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Kostka stojící na špičce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Mikrofon ve středu každé stěny. Tři kolmé osy skrz střed. Azimut i výška, žádná slepá osa.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71800"/>
            <a:ext cx="6675120" cy="932688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+35°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278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horní trojice, azimuty po 120°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6675120" cy="932688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−35°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7939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spodní trojice, posun o 60°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6675120" cy="932688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384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33095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hrana. Loni držák měl 512 mm.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737360"/>
            <a:ext cx="4206240" cy="41605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9202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OKTAEDR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560320"/>
            <a:ext cx="3749039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m1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m3     +     m2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/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m4     +     m6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m5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89204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0° je mikrofon 1
sever, osa +X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JEDNO ČÍSLO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8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Jeden vzorek je 7,15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Při 48 kHz a 343 m/s. Posun mikrofonu o tloušťku tužky je celý vzorek chyby směru.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7,15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dráha na jeden vzorek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06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384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70332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sweet-spot hrany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0604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~1°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0332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hrubé rozlišení na té hraně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Větší kostka je přesnější a zároveň měkčí, větrnější a dřív se potká s aliasingem. Počítání na čipu není ten limit.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SNÍMÁNÍ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9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Hodiny drží PIO, data tahá DMA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Hodiny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204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Jedna PIO mašina kreslí WS a SCK pro všech šest.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0312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860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Bity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204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Šest přijímačů běží ve stejném taktu. Žádné čekání na hranu.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0312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2860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Paměť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5204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DMA skládá vzorky. CPU na tom nevisí.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103120"/>
            <a:ext cx="2743200" cy="356616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2860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8803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Dveře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3520440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USB rámec ven. Stejný proud do výpočtu směru.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USB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10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Proč zrovna šest kanálů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6858000" cy="39319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Full-Speed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RP2350 má USB 1.1, 12 Mbit/s. Není to High-Speed.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864 B /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48 vzorků × 6 kanálů × 3 bajty. Strop izochronního paketu je 1023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24 bitů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Host vidí S24_3LE, 48 kHz. Produkt: Pico 6ch Microphone 48k/24.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965960"/>
            <a:ext cx="4114800" cy="39319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DŮKAZ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74320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arecord -D hw:X,0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-c 6 -r 48000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-f S24_3LE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capture.wav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0916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Standardní ovladač.
Žádný dongle.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DVĚ JÁDRA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11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Jedno jádro nesmí zmeškat USB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623560" cy="38862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core0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Zvuk a dům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USB a I2S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sériové příkazy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barometr a čas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příjem chirpu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11680"/>
            <a:ext cx="5623560" cy="38862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240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core1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kruhová fronta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okno 256 vzorků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report asi 5× za s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žádné alokace za běhu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SMĚR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12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Kdo to slyšel dřív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1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93976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Pásmo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Dron je spojitý šum zhruba 800 Hz až 6 kHz. Vítr je níž a umí směrový odhad zkazit.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45536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Zpoždění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8211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Křížová korelace proti nejsilnějšímu mikrofonu. Zlomky vzorku dopočítá parabola.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79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251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97095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Šipka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3367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Tři čísla z geometrie kostky. Váhy podle jistoty. Vyjde azimut a elevace.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064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766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48655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Druhý zdroj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28523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První směr se odečte a hledá se další. Najednou umí dva drony, ne dav.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CO Z TOHO LEZE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13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 je produkt. Třída je odhad.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az  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vodorovně a výška, ve stupních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5740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774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conf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175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jak moc si korelace věří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dron / vítr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heuristika v pásmech, ne natrénovaný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3434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~200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lokalizace, ne sledování každého vzorku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SÍŤ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14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Jeden uzel umí prst, ne metr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Loňský plán byly tři nody a triangulace. Směr z jedné kostky neříká, jak daleko zdroj 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Stejné uši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Piezo na desce krátce tikne. Šestice mikrofonů to slyší. Žádné rádio navíc.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8892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Až osm sousedů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39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Každý má své číslo 0 až 7 a vlastní kód v úvodní značce.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8892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Dvě čísla navíc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77639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Společný čas a hrubá vzdálenost. Z tří vzdáleností jednou vznikne bod v prostoru.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CHIRP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15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Tiknutí, ne sedmivteřinové hvízdání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dřív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~7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dlouhý tón na 4 kHz, nepříjemný a pomalý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11680"/>
            <a:ext cx="5623560" cy="246888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teď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603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~70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značka a přeskakující tóny mezi 3 a 5,4 kHz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1 tik  ≈  9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9204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Rozlišení vzdálenosti na jeden čip. Na triangulaci začátek, ne geodézie. Pořád to je slyšet.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TESTOVACÍ ROZHRANÍ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16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Laboratoř je sériová řádka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115200 baud. Debug Probe, nebo USB sériový port desky.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5760720" cy="37033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PŘÍKAZY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LINK ID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číslo uzlu, a tedy jeho kód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LINK BEACON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pošli jedno tiknutí teď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soused, vzdálenost, posun hodin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TIME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846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čas z počítače, z RID, nebo akusticky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194560"/>
            <a:ext cx="5212080" cy="370332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3774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CO MÁ PŘIJÍT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2608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LINK node=1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NODE id=0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dist_m=1.4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offset_us=…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F4F7FA"/>
                </a:solidFill>
                <a:latin typeface="JetBrains Mono"/>
                <a:ea typeface="JetBrains Mono"/>
                <a:cs typeface="JetBrains Mono"/>
              </a:rPr>
              <a:t>synced=1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9834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Dva Pico na stole.
Jedno pípnutí, jeden řádek.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JAK SE TO STAVÍ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17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Cursor navrhuje. Sonda rozhoduje.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Pravidla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21991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AGENTS.md. V audio cestě žádné alokace a žádné čekání v přerušení.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Úprava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73552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Agent v Cursoru. Krátká změna, kterou jde přečíst.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79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79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7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Překlad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325112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./build.sh. Když se to nepřeloží, není to hotové.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064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492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Pravda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376672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Debug Probe nahraje ELF. UART řekne, jestli to žije.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PŘIDEJTE 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18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První večer nemusí být USB řadič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Bez kompilátoru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Stáhnout UF2 z releasu, nahrát, otevřít sérii, napsat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26771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Dva uzly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LINK ID, jedno tiknutí, zapsat dist_m. Práh a dosah jsou otevřené.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Nahrávka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632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arecord šesti kanálů. Skript, model, cokoliv nad WAV.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79392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Se sondou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4632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Clone, AGENTS.md, ./build.sh, Debug Probe. Malý pull request.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KAM DÁL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19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Tři otevřené dveře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Trojúhelník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267712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Tři vzdálenosti a tři směry. Z chirpu udělat bod, ne jen souseda.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4787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Učení na hostu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639312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WAV z karty, model na počítači, zpátky na čip jen to, co se vejde do 200 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8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0235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1947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Prst pro kameru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010912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Čas, třída a azimut jako JSON. Kamera se má kam otočit.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ŽIVĚ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9144"/>
          </a:xfrm>
          <a:prstGeom prst="rect">
            <a:avLst/>
          </a:prstGeom>
          <a:solidFill>
            <a:srgbClr val="2E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díl 2  ·  50 minut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C8A"/>
                </a:solidFill>
                <a:latin typeface="JetBrains Mono"/>
                <a:ea typeface="JetBrains Mono"/>
                <a:cs typeface="JetBrains Mono"/>
              </a:rPr>
              <a:t>20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6928"/>
            <a:ext cx="11155680" cy="5212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Pět minut. Stejný scénář i jako video.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1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21991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Karta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21991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V systému je Pico 6ch Microphone 48k/24.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0:40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73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Směr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73552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Zvuk ve třech azimutech. Na sérii az a 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79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2511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2:20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3251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Chirp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25112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Druhý uzel. LINK BEACON. Řádek dist_m a offset_us.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064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171C21"/>
          </a:solidFill>
          <a:ln w="12700">
            <a:solidFill>
              <a:srgbClr val="2E38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7667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4:20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376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76672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Na plátně příkazy. Tohle si může zkusit každý.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C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Zvukovka. Kompas.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Uzel, který se slyší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A"/>
                </a:solidFill>
                <a:latin typeface="Inter"/>
                <a:ea typeface="Inter"/>
                <a:cs typeface="Inter"/>
              </a:rPr>
              <a:t>se sousedem.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7B4"/>
                </a:solidFill>
                <a:latin typeface="Inter"/>
                <a:ea typeface="Inter"/>
                <a:cs typeface="Inter"/>
              </a:rPr>
              <a:t>První krok je HELP na 115200.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CB4F0"/>
                </a:solidFill>
                <a:latin typeface="JetBrains Mono"/>
                <a:ea typeface="JetBrains Mono"/>
                <a:cs typeface="JetBrains Mono"/>
              </a:rPr>
              <a:t>github.com/fedurca/het68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7C8A"/>
                </a:solidFill>
                <a:latin typeface="Inter"/>
                <a:ea typeface="Inter"/>
                <a:cs typeface="Inter"/>
              </a:rPr>
              <a:t>release 1.5.1   ·   GPLv3   ·   Debug Probe, až budete překládat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 slyšet dron dříve, než ho uvidíte</dc:title>
  <dc:subject>het68 díl 2 — 50 minut</dc:subject>
  <dc:creator>het68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